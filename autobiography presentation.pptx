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B29C-4D2F-1B14-CC24-7BE2A9448F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Autobiography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9C994-6D87-89B2-6674-0F26D342AD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88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473B5-A168-AE38-1BD4-F218159D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Life, Growth, and Academic Journey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389A7-8719-9D51-058E-D384FE89C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Autobiographical</a:t>
            </a:r>
            <a:r>
              <a:rPr lang="fr-FR" dirty="0"/>
              <a:t> </a:t>
            </a:r>
            <a:r>
              <a:rPr lang="fr-FR" dirty="0" err="1"/>
              <a:t>Reflection</a:t>
            </a:r>
            <a:r>
              <a:rPr lang="fr-FR" dirty="0"/>
              <a:t> – Francis Mahinda </a:t>
            </a:r>
            <a:r>
              <a:rPr lang="fr-FR" dirty="0" err="1"/>
              <a:t>Munyiri</a:t>
            </a:r>
            <a:endParaRPr lang="fr-FR" dirty="0"/>
          </a:p>
          <a:p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 are francis mahinda a </a:t>
            </a:r>
            <a:r>
              <a:rPr lang="fr-FR" dirty="0" err="1"/>
              <a:t>bbit</a:t>
            </a:r>
            <a:r>
              <a:rPr lang="fr-FR" dirty="0"/>
              <a:t> </a:t>
            </a:r>
            <a:r>
              <a:rPr lang="fr-FR" dirty="0" err="1"/>
              <a:t>student</a:t>
            </a:r>
            <a:r>
              <a:rPr lang="fr-FR" dirty="0"/>
              <a:t> in </a:t>
            </a:r>
            <a:r>
              <a:rPr lang="fr-FR" dirty="0" err="1"/>
              <a:t>dedan</a:t>
            </a:r>
            <a:r>
              <a:rPr lang="fr-FR" dirty="0"/>
              <a:t> </a:t>
            </a:r>
            <a:r>
              <a:rPr lang="fr-FR" dirty="0" err="1"/>
              <a:t>kimathi</a:t>
            </a:r>
            <a:r>
              <a:rPr lang="fr-FR" dirty="0"/>
              <a:t> </a:t>
            </a:r>
            <a:r>
              <a:rPr lang="fr-FR" dirty="0" err="1"/>
              <a:t>university</a:t>
            </a:r>
            <a:r>
              <a:rPr lang="fr-FR" dirty="0"/>
              <a:t> on </a:t>
            </a:r>
            <a:r>
              <a:rPr lang="fr-FR" dirty="0" err="1"/>
              <a:t>my</a:t>
            </a:r>
            <a:r>
              <a:rPr lang="fr-FR" dirty="0"/>
              <a:t> last </a:t>
            </a:r>
            <a:r>
              <a:rPr lang="fr-FR" dirty="0" err="1"/>
              <a:t>year</a:t>
            </a:r>
            <a:r>
              <a:rPr lang="fr-FR" dirty="0"/>
              <a:t> of </a:t>
            </a:r>
            <a:r>
              <a:rPr lang="fr-FR" dirty="0" err="1"/>
              <a:t>study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4258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0B0D8-35BF-F36A-3F7F-E256FF7EA8B8}"/>
              </a:ext>
            </a:extLst>
          </p:cNvPr>
          <p:cNvSpPr txBox="1"/>
          <p:nvPr/>
        </p:nvSpPr>
        <p:spPr>
          <a:xfrm>
            <a:off x="383696" y="78989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Early Life and Family Background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51C460-5689-4160-D7B9-F7A814D4B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74" y="1468905"/>
            <a:ext cx="1177490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Born in trans-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nzoia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county at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cherangani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hospital at around 1.00 AM on July 10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2004 .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Family valued education, discipline, and responsibility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Learned perseverance, gratitude, and respect from parents</a:t>
            </a:r>
          </a:p>
        </p:txBody>
      </p:sp>
    </p:spTree>
    <p:extLst>
      <p:ext uri="{BB962C8B-B14F-4D97-AF65-F5344CB8AC3E}">
        <p14:creationId xmlns:p14="http://schemas.microsoft.com/office/powerpoint/2010/main" val="3795380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871A5-C6BC-B40E-84AA-CAC9C528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B60524-7E6A-9240-8C7F-65A022AE7D73}"/>
              </a:ext>
            </a:extLst>
          </p:cNvPr>
          <p:cNvSpPr txBox="1"/>
          <p:nvPr/>
        </p:nvSpPr>
        <p:spPr>
          <a:xfrm>
            <a:off x="383696" y="78989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Early Childhood Experiences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365AC6A-8C24-C3C1-123B-624AC3D20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63" y="20694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curiosity and problem-solving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Participated in household responsibilities → accountability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social interactions shaped teamwork and communication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the importance of patience and empathy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6AA66-B6EA-E26D-6388-AD89B457708A}"/>
              </a:ext>
            </a:extLst>
          </p:cNvPr>
          <p:cNvSpPr txBox="1"/>
          <p:nvPr/>
        </p:nvSpPr>
        <p:spPr>
          <a:xfrm>
            <a:off x="3048000" y="283284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“Childhood experiences helped me build curiosity and problem-solving skills. Engaging with peers and contributing at home taught me patience, cooperation, and responsibility.”</a:t>
            </a:r>
          </a:p>
        </p:txBody>
      </p:sp>
    </p:spTree>
    <p:extLst>
      <p:ext uri="{BB962C8B-B14F-4D97-AF65-F5344CB8AC3E}">
        <p14:creationId xmlns:p14="http://schemas.microsoft.com/office/powerpoint/2010/main" val="1937412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B4C3-CB48-5F22-E429-CB5BBEAD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268DE2-AC5E-1B1A-0099-FE72673BFA82}"/>
              </a:ext>
            </a:extLst>
          </p:cNvPr>
          <p:cNvSpPr txBox="1"/>
          <p:nvPr/>
        </p:nvSpPr>
        <p:spPr>
          <a:xfrm>
            <a:off x="383696" y="78989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Primary School Education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5FC75-DD22-9CD0-B1C4-8D03340AC410}"/>
              </a:ext>
            </a:extLst>
          </p:cNvPr>
          <p:cNvSpPr txBox="1"/>
          <p:nvPr/>
        </p:nvSpPr>
        <p:spPr>
          <a:xfrm>
            <a:off x="383696" y="1635567"/>
            <a:ext cx="89194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Attended ST Bakhita, ST Ursula’s, and ST Lwanga </a:t>
            </a:r>
            <a:r>
              <a:rPr lang="en-US" dirty="0" err="1"/>
              <a:t>AcademyBuilt</a:t>
            </a:r>
            <a:r>
              <a:rPr lang="en-US" dirty="0"/>
              <a:t> strong foundation in literacy, numeracy, and study </a:t>
            </a:r>
            <a:r>
              <a:rPr lang="en-US" dirty="0" err="1"/>
              <a:t>habitsTeachers</a:t>
            </a:r>
            <a:r>
              <a:rPr lang="en-US" dirty="0"/>
              <a:t> encouraged curiosity and academic </a:t>
            </a:r>
            <a:r>
              <a:rPr lang="en-US" dirty="0" err="1"/>
              <a:t>participationDeveloped</a:t>
            </a:r>
            <a:r>
              <a:rPr lang="en-US" dirty="0"/>
              <a:t> early social and teamwork skills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668ED-CA8A-AF99-4F27-BC949BD8D6E1}"/>
              </a:ext>
            </a:extLst>
          </p:cNvPr>
          <p:cNvSpPr txBox="1"/>
          <p:nvPr/>
        </p:nvSpPr>
        <p:spPr>
          <a:xfrm>
            <a:off x="3048000" y="297134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“Primary school laid the groundwork for my learning habits and social skills. Teachers’ guidance fostered curiosity, confidence, and responsibility.”</a:t>
            </a:r>
          </a:p>
        </p:txBody>
      </p:sp>
    </p:spTree>
    <p:extLst>
      <p:ext uri="{BB962C8B-B14F-4D97-AF65-F5344CB8AC3E}">
        <p14:creationId xmlns:p14="http://schemas.microsoft.com/office/powerpoint/2010/main" val="3433529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23717-EF39-E662-842D-FB8DC4B9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CD518F-43DF-68DB-F4A1-B2301C9A4401}"/>
              </a:ext>
            </a:extLst>
          </p:cNvPr>
          <p:cNvSpPr txBox="1"/>
          <p:nvPr/>
        </p:nvSpPr>
        <p:spPr>
          <a:xfrm>
            <a:off x="383696" y="789892"/>
            <a:ext cx="6093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Secondary School Journey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D9B5A-C1A0-F465-1ABB-BEDBEF86EE94}"/>
              </a:ext>
            </a:extLst>
          </p:cNvPr>
          <p:cNvSpPr txBox="1"/>
          <p:nvPr/>
        </p:nvSpPr>
        <p:spPr>
          <a:xfrm>
            <a:off x="529389" y="1523272"/>
            <a:ext cx="98017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Attended </a:t>
            </a:r>
            <a:r>
              <a:rPr lang="en-US" dirty="0" err="1"/>
              <a:t>Lenana</a:t>
            </a:r>
            <a:r>
              <a:rPr lang="en-US" dirty="0"/>
              <a:t> School, </a:t>
            </a:r>
            <a:r>
              <a:rPr lang="en-US" dirty="0" err="1"/>
              <a:t>NairobiFaced</a:t>
            </a:r>
            <a:r>
              <a:rPr lang="en-US" dirty="0"/>
              <a:t> higher academic challenges → developed </a:t>
            </a:r>
            <a:r>
              <a:rPr lang="en-US" dirty="0" err="1"/>
              <a:t>resilienceParticipated</a:t>
            </a:r>
            <a:r>
              <a:rPr lang="en-US" dirty="0"/>
              <a:t> in leadership and co-curricular </a:t>
            </a:r>
            <a:r>
              <a:rPr lang="en-US" dirty="0" err="1"/>
              <a:t>activitiesLearned</a:t>
            </a:r>
            <a:r>
              <a:rPr lang="en-US" dirty="0"/>
              <a:t> time management and balancing academics with extracurriculars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48015-D3CB-B628-4A05-832D7B6D4382}"/>
              </a:ext>
            </a:extLst>
          </p:cNvPr>
          <p:cNvSpPr txBox="1"/>
          <p:nvPr/>
        </p:nvSpPr>
        <p:spPr>
          <a:xfrm>
            <a:off x="3048000" y="283284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“Secondary school introduced more demanding academics and opportunities for leadership. I learned to manage my time, prioritize tasks, and work collaboratively with peers.”</a:t>
            </a:r>
          </a:p>
        </p:txBody>
      </p:sp>
    </p:spTree>
    <p:extLst>
      <p:ext uri="{BB962C8B-B14F-4D97-AF65-F5344CB8AC3E}">
        <p14:creationId xmlns:p14="http://schemas.microsoft.com/office/powerpoint/2010/main" val="3423872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1061A-277B-222E-7603-01BAFE24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F12039-E9CC-EE72-81EE-4056170F24BD}"/>
              </a:ext>
            </a:extLst>
          </p:cNvPr>
          <p:cNvSpPr txBox="1"/>
          <p:nvPr/>
        </p:nvSpPr>
        <p:spPr>
          <a:xfrm>
            <a:off x="383696" y="789892"/>
            <a:ext cx="6093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Reflection on Secondary School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DC4B1-3973-C8D9-299B-AEC97086FDD9}"/>
              </a:ext>
            </a:extLst>
          </p:cNvPr>
          <p:cNvSpPr txBox="1"/>
          <p:nvPr/>
        </p:nvSpPr>
        <p:spPr>
          <a:xfrm>
            <a:off x="383696" y="1539314"/>
            <a:ext cx="87442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Developed discipline, independence, and self-</a:t>
            </a:r>
            <a:r>
              <a:rPr lang="en-US" dirty="0" err="1"/>
              <a:t>motivationSocial</a:t>
            </a:r>
            <a:r>
              <a:rPr lang="en-US" dirty="0"/>
              <a:t> diversity improved communication and </a:t>
            </a:r>
            <a:r>
              <a:rPr lang="en-US" dirty="0" err="1"/>
              <a:t>empathyClarified</a:t>
            </a:r>
            <a:r>
              <a:rPr lang="en-US" dirty="0"/>
              <a:t> academic interests and career </a:t>
            </a:r>
            <a:r>
              <a:rPr lang="en-US" dirty="0" err="1"/>
              <a:t>directionLeadership</a:t>
            </a:r>
            <a:r>
              <a:rPr lang="en-US" dirty="0"/>
              <a:t> experiences strengthened responsibility and teamwork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B53F69-4BDF-924B-8FBC-403565DFABE3}"/>
              </a:ext>
            </a:extLst>
          </p:cNvPr>
          <p:cNvSpPr txBox="1"/>
          <p:nvPr/>
        </p:nvSpPr>
        <p:spPr>
          <a:xfrm>
            <a:off x="3048000" y="297134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“This stage shaped my character and ambitions. The lessons learned prepared me for higher education, reinforcing discipline and resilience.”</a:t>
            </a:r>
          </a:p>
        </p:txBody>
      </p:sp>
    </p:spTree>
    <p:extLst>
      <p:ext uri="{BB962C8B-B14F-4D97-AF65-F5344CB8AC3E}">
        <p14:creationId xmlns:p14="http://schemas.microsoft.com/office/powerpoint/2010/main" val="2657244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78F73-458E-50B3-A524-BE125BE2D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BC1E11-042A-C8A6-5ED8-8AA2BF678A0A}"/>
              </a:ext>
            </a:extLst>
          </p:cNvPr>
          <p:cNvSpPr txBox="1"/>
          <p:nvPr/>
        </p:nvSpPr>
        <p:spPr>
          <a:xfrm>
            <a:off x="383696" y="789892"/>
            <a:ext cx="6093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Personal and Professional Growth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A7D7A-843C-0044-F4B0-6A9639F5EFAD}"/>
              </a:ext>
            </a:extLst>
          </p:cNvPr>
          <p:cNvSpPr txBox="1"/>
          <p:nvPr/>
        </p:nvSpPr>
        <p:spPr>
          <a:xfrm>
            <a:off x="497305" y="1603482"/>
            <a:ext cx="10619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Developed discipline, resilience, and emotional </a:t>
            </a:r>
            <a:r>
              <a:rPr lang="en-US" dirty="0" err="1"/>
              <a:t>intelligenceGained</a:t>
            </a:r>
            <a:r>
              <a:rPr lang="en-US" dirty="0"/>
              <a:t> confidence in decision-making and problem-</a:t>
            </a:r>
            <a:r>
              <a:rPr lang="en-US" dirty="0" err="1"/>
              <a:t>solvingStrengthened</a:t>
            </a:r>
            <a:r>
              <a:rPr lang="en-US" dirty="0"/>
              <a:t> leadership and time management </a:t>
            </a:r>
            <a:r>
              <a:rPr lang="en-US" dirty="0" err="1"/>
              <a:t>skillsLearned</a:t>
            </a:r>
            <a:r>
              <a:rPr lang="en-US" dirty="0"/>
              <a:t> to adapt to diverse challenges and environments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6C646A-1F7C-9CAC-F0E0-21AADB05B067}"/>
              </a:ext>
            </a:extLst>
          </p:cNvPr>
          <p:cNvSpPr txBox="1"/>
          <p:nvPr/>
        </p:nvSpPr>
        <p:spPr>
          <a:xfrm>
            <a:off x="3048000" y="283284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“My growth extended beyond academics. I became more confident, resilient, and capable of handling complex challenges both personally and professionally.”</a:t>
            </a:r>
          </a:p>
        </p:txBody>
      </p:sp>
    </p:spTree>
    <p:extLst>
      <p:ext uri="{BB962C8B-B14F-4D97-AF65-F5344CB8AC3E}">
        <p14:creationId xmlns:p14="http://schemas.microsoft.com/office/powerpoint/2010/main" val="2758251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7401-F928-951B-9608-C1CA0FB25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DEEA2C-4701-7B54-ECB8-86BFCF6A2154}"/>
              </a:ext>
            </a:extLst>
          </p:cNvPr>
          <p:cNvSpPr txBox="1"/>
          <p:nvPr/>
        </p:nvSpPr>
        <p:spPr>
          <a:xfrm>
            <a:off x="383696" y="789892"/>
            <a:ext cx="6093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Career Vision and Future Goals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E609B-569F-A402-FFA5-D7D3031821BB}"/>
              </a:ext>
            </a:extLst>
          </p:cNvPr>
          <p:cNvSpPr txBox="1"/>
          <p:nvPr/>
        </p:nvSpPr>
        <p:spPr>
          <a:xfrm>
            <a:off x="577515" y="1539314"/>
            <a:ext cx="96573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Aim to become a skilled professional in business </a:t>
            </a:r>
            <a:r>
              <a:rPr lang="en-US" dirty="0" err="1"/>
              <a:t>ITIntegrate</a:t>
            </a:r>
            <a:r>
              <a:rPr lang="en-US" dirty="0"/>
              <a:t> technology with business to improve </a:t>
            </a:r>
            <a:r>
              <a:rPr lang="en-US" dirty="0" err="1"/>
              <a:t>efficiencyUphold</a:t>
            </a:r>
            <a:r>
              <a:rPr lang="en-US" dirty="0"/>
              <a:t> ethical standards in all professional and personal </a:t>
            </a:r>
            <a:r>
              <a:rPr lang="en-US" dirty="0" err="1"/>
              <a:t>actionsCommitted</a:t>
            </a:r>
            <a:r>
              <a:rPr lang="en-US" dirty="0"/>
              <a:t> to continuous learning and professional 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E86E4-EF75-4341-6E15-46B51B1D25EA}"/>
              </a:ext>
            </a:extLst>
          </p:cNvPr>
          <p:cNvSpPr txBox="1"/>
          <p:nvPr/>
        </p:nvSpPr>
        <p:spPr>
          <a:xfrm>
            <a:off x="3048000" y="283284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“My career goal is to use technology to solve business challenges while maintaining integrity. Lifelong learning and ethical conduct guide my vision for the future.”</a:t>
            </a:r>
          </a:p>
        </p:txBody>
      </p:sp>
    </p:spTree>
    <p:extLst>
      <p:ext uri="{BB962C8B-B14F-4D97-AF65-F5344CB8AC3E}">
        <p14:creationId xmlns:p14="http://schemas.microsoft.com/office/powerpoint/2010/main" val="2843562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EF539-8818-FD68-00E4-5B632A6B6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CFE10E-98D5-E932-DF51-1A609C15C7AE}"/>
              </a:ext>
            </a:extLst>
          </p:cNvPr>
          <p:cNvSpPr txBox="1"/>
          <p:nvPr/>
        </p:nvSpPr>
        <p:spPr>
          <a:xfrm>
            <a:off x="383696" y="789892"/>
            <a:ext cx="6093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4BD41-7A84-BADB-85F5-A442FDFD844A}"/>
              </a:ext>
            </a:extLst>
          </p:cNvPr>
          <p:cNvSpPr txBox="1"/>
          <p:nvPr/>
        </p:nvSpPr>
        <p:spPr>
          <a:xfrm>
            <a:off x="657726" y="1313112"/>
            <a:ext cx="10074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Life experiences shaped my values, skills, and </a:t>
            </a:r>
            <a:r>
              <a:rPr lang="en-US" dirty="0" err="1"/>
              <a:t>ambitionsAcademic</a:t>
            </a:r>
            <a:r>
              <a:rPr lang="en-US" dirty="0"/>
              <a:t> and professional journeys built resilience and </a:t>
            </a:r>
            <a:r>
              <a:rPr lang="en-US" dirty="0" err="1"/>
              <a:t>confidencePrepared</a:t>
            </a:r>
            <a:r>
              <a:rPr lang="en-US" dirty="0"/>
              <a:t> to face future challenges with integrity and </a:t>
            </a:r>
            <a:r>
              <a:rPr lang="en-US" dirty="0" err="1"/>
              <a:t>determinationCommitted</a:t>
            </a:r>
            <a:r>
              <a:rPr lang="en-US" dirty="0"/>
              <a:t> to personal growth, career success, and societal contribution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D31246-14A6-C0B2-2ED5-9B356431A29A}"/>
              </a:ext>
            </a:extLst>
          </p:cNvPr>
          <p:cNvSpPr txBox="1"/>
          <p:nvPr/>
        </p:nvSpPr>
        <p:spPr>
          <a:xfrm>
            <a:off x="3048000" y="269434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“In conclusion, my journey from childhood to university has been transformative. I am equipped with the skills, values, and mindset to pursue a meaningful career and contribute positively to society.”</a:t>
            </a:r>
          </a:p>
        </p:txBody>
      </p:sp>
    </p:spTree>
    <p:extLst>
      <p:ext uri="{BB962C8B-B14F-4D97-AF65-F5344CB8AC3E}">
        <p14:creationId xmlns:p14="http://schemas.microsoft.com/office/powerpoint/2010/main" val="29389564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29</TotalTime>
  <Words>480</Words>
  <Application>Microsoft Office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Mesh</vt:lpstr>
      <vt:lpstr>Autobiography Presentation</vt:lpstr>
      <vt:lpstr>My Life, Growth, and Academic Journey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 mahinda</dc:creator>
  <cp:lastModifiedBy>francis mahinda</cp:lastModifiedBy>
  <cp:revision>1</cp:revision>
  <dcterms:created xsi:type="dcterms:W3CDTF">2026-01-27T09:05:23Z</dcterms:created>
  <dcterms:modified xsi:type="dcterms:W3CDTF">2026-01-27T09:34:54Z</dcterms:modified>
</cp:coreProperties>
</file>