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D7BB-1B6F-03B7-41BE-C454DC78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PHOTOGRAPHIC ESSAY: WAITING FOR THE SKY TO FALL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4B1199B-D518-26E5-B69F-8AE1D39A066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916" r="13916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FF860-C844-735B-5C48-246DA367A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Youth Unemployment in Africa – A Visual Paradox</a:t>
            </a:r>
          </a:p>
          <a:p>
            <a:r>
              <a:rPr lang="en-US" dirty="0"/>
              <a:t>Africa’s youth are the most educated and most unemployed generation in history.</a:t>
            </a:r>
          </a:p>
        </p:txBody>
      </p:sp>
    </p:spTree>
    <p:extLst>
      <p:ext uri="{BB962C8B-B14F-4D97-AF65-F5344CB8AC3E}">
        <p14:creationId xmlns:p14="http://schemas.microsoft.com/office/powerpoint/2010/main" val="2035610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F3EC-16D9-EE6D-1C8F-C2E3892C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THE QUEUE TO NOWHERE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EBA2E56-68BE-2A65-1E3F-83F57396D1D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916" r="13916"/>
          <a:stretch>
            <a:fillRect/>
          </a:stretch>
        </p:blipFill>
        <p:spPr>
          <a:xfrm>
            <a:off x="8593015" y="959509"/>
            <a:ext cx="1840523" cy="183058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2318B-FE1F-C151-30E4-D27D6278B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12 million enter the job market yearly. 75% will join the informal hustle.</a:t>
            </a:r>
          </a:p>
          <a:p>
            <a:r>
              <a:rPr lang="en-US" dirty="0"/>
              <a:t>In Lagos, it takes 3,000 applications to land one minimum-wage job.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0AC334-10F8-847C-E1AD-A36AD4D26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014" y="2979458"/>
            <a:ext cx="1840523" cy="200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D2B3-626D-CAF9-8D51-3CAADAE00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THE ALGORITHM OF THE STREETS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AE025-E943-6FB1-4435-F5EC153CB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‘Freelancer’ is just a fancy word for ‘survivor.’</a:t>
            </a:r>
          </a:p>
          <a:p>
            <a:r>
              <a:rPr lang="en-US" dirty="0"/>
              <a:t>The digital escape route: Ctrl + Alt + Delete your future here."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D6B344D-D467-82B3-A843-A82830E9235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916" r="13916"/>
          <a:stretch>
            <a:fillRect/>
          </a:stretch>
        </p:blipFill>
        <p:spPr>
          <a:xfrm>
            <a:off x="8276789" y="1042934"/>
            <a:ext cx="2039519" cy="2003742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E11533-6578-DA3C-010D-FA213AA0B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789" y="3145992"/>
            <a:ext cx="2039519" cy="190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58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1364-1C4B-4E26-15EA-EDA749BD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GHOSTS OF POTENTIAL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26A9823-EAF2-DEF0-FB91-CA89E429BF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916" r="13916"/>
          <a:stretch>
            <a:fillRect/>
          </a:stretch>
        </p:blipFill>
        <p:spPr>
          <a:xfrm>
            <a:off x="8757138" y="1008185"/>
            <a:ext cx="1770185" cy="168337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BA8BA-F88E-9185-863D-3D861BBC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Education promised wings. The economy gave us matches.</a:t>
            </a:r>
          </a:p>
          <a:p>
            <a:r>
              <a:rPr lang="en-US" dirty="0"/>
              <a:t>Unemployment rate: 62%. Hustle rate: 100%.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B87980-6195-D557-85E7-B3AC75114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137" y="2801815"/>
            <a:ext cx="1770186" cy="183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6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6E14-7F77-BE35-B686-BAAE04A2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THE SKY IS A LADDER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77C7768-94AE-7F0E-C6C3-893BD1E322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916" r="13916"/>
          <a:stretch>
            <a:fillRect/>
          </a:stretch>
        </p:blipFill>
        <p:spPr>
          <a:xfrm>
            <a:off x="8639909" y="1008185"/>
            <a:ext cx="1899138" cy="183058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144AB-288A-D425-0D29-017EF11AF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Silicon Savannah isn’t a place, it’s a mindset.</a:t>
            </a:r>
          </a:p>
          <a:p>
            <a:r>
              <a:rPr lang="en-US" dirty="0"/>
              <a:t>They told us the sky was falling. We’re building stairs from the rubble.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10DF68-1C89-9EC3-2E9D-1BA7C9A8B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909" y="3145992"/>
            <a:ext cx="1899138" cy="183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155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{094D1D06-350E-418C-ACA5-F5663B4F906D}TFc986dd65-aaf0-4d5c-bef9-9c391ee05f7b738e0fce-4a319d133af4</Template>
  <TotalTime>36</TotalTime>
  <Words>147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PHOTOGRAPHIC ESSAY: WAITING FOR THE SKY TO FALL</vt:lpstr>
      <vt:lpstr>THE QUEUE TO NOWHERE</vt:lpstr>
      <vt:lpstr>THE ALGORITHM OF THE STREETS</vt:lpstr>
      <vt:lpstr>GHOSTS OF POTENTIAL</vt:lpstr>
      <vt:lpstr>THE SKY IS A LADDER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Hillary Rapando</dc:creator>
  <cp:lastModifiedBy>Hillary Rapando</cp:lastModifiedBy>
  <cp:revision>2</cp:revision>
  <dcterms:created xsi:type="dcterms:W3CDTF">2025-07-14T10:07:49Z</dcterms:created>
  <dcterms:modified xsi:type="dcterms:W3CDTF">2025-07-14T12:00:53Z</dcterms:modified>
</cp:coreProperties>
</file>