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African Culture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Topic: African Culture</a:t>
            </a:r>
          </a:p>
          <a:p>
            <a:r>
              <a:rPr dirty="0"/>
              <a:t>Name: </a:t>
            </a:r>
            <a:r>
              <a:rPr lang="en-US" dirty="0"/>
              <a:t>FRANCIS MAHINDA</a:t>
            </a:r>
            <a:endParaRPr dirty="0"/>
          </a:p>
          <a:p>
            <a:r>
              <a:rPr dirty="0" err="1"/>
              <a:t>Course:</a:t>
            </a:r>
            <a:r>
              <a:rPr lang="en-US" dirty="0" err="1"/>
              <a:t>BBIT</a:t>
            </a:r>
            <a:endParaRPr dirty="0"/>
          </a:p>
          <a:p>
            <a:r>
              <a:rPr dirty="0" err="1"/>
              <a:t>Institution:</a:t>
            </a:r>
            <a:r>
              <a:rPr lang="en-US" dirty="0" err="1"/>
              <a:t>DEDAN</a:t>
            </a:r>
            <a:r>
              <a:rPr lang="en-US" dirty="0"/>
              <a:t> KIMATHI UNIVERSITY OF TECHNOLOGY</a:t>
            </a:r>
            <a:endParaRPr dirty="0"/>
          </a:p>
          <a:p>
            <a:endParaRPr dirty="0"/>
          </a:p>
          <a:p>
            <a:r>
              <a:rPr dirty="0"/>
              <a:t>This presentation explores African culture, its values, traditions, and relevance in the modern world.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16642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African culture refers to the shared beliefs, customs, traditions, values, and social systems of African societies.</a:t>
            </a:r>
          </a:p>
          <a:p>
            <a:endParaRPr dirty="0"/>
          </a:p>
          <a:p>
            <a:r>
              <a:rPr dirty="0"/>
              <a:t>It shapes identity, behavior, social organization, and worldviews.</a:t>
            </a:r>
          </a:p>
          <a:p>
            <a:endParaRPr dirty="0"/>
          </a:p>
          <a:p>
            <a:r>
              <a:rPr dirty="0"/>
              <a:t>Despite regional differences, African cultures share common principles such as community, respect, spirituality, and oral tradition.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Diversity of African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68516"/>
          </a:xfrm>
        </p:spPr>
        <p:txBody>
          <a:bodyPr>
            <a:normAutofit lnSpcReduction="10000"/>
          </a:bodyPr>
          <a:lstStyle/>
          <a:p>
            <a:r>
              <a:rPr dirty="0"/>
              <a:t>Africa is home to over 3,000 ethnic groups and more than 2,000 languages.</a:t>
            </a:r>
          </a:p>
          <a:p>
            <a:endParaRPr dirty="0"/>
          </a:p>
          <a:p>
            <a:r>
              <a:rPr dirty="0"/>
              <a:t>Each ethnic group has unique customs, dress, food, and belief systems.</a:t>
            </a:r>
          </a:p>
          <a:p>
            <a:endParaRPr dirty="0"/>
          </a:p>
          <a:p>
            <a:r>
              <a:rPr dirty="0"/>
              <a:t>Despite this diversity, Africans share core cultural values that promote unity, identity, and continuity.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455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Communalism emphasizes collective living and shared responsibility.</a:t>
            </a:r>
          </a:p>
          <a:p>
            <a:endParaRPr dirty="0"/>
          </a:p>
          <a:p>
            <a:r>
              <a:rPr dirty="0"/>
              <a:t>The success of one individual is seen as the success of the entire community.</a:t>
            </a:r>
          </a:p>
          <a:p>
            <a:endParaRPr dirty="0"/>
          </a:p>
          <a:p>
            <a:r>
              <a:rPr dirty="0"/>
              <a:t>People support each other during farming, ceremonies, funerals, and times of need.</a:t>
            </a:r>
          </a:p>
          <a:p>
            <a:endParaRPr dirty="0"/>
          </a:p>
          <a:p>
            <a:r>
              <a:rPr dirty="0"/>
              <a:t>This system promotes unity, cooperation, and social harmony.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Ubuntu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Ubuntu means: 'I am because we are.'</a:t>
            </a:r>
          </a:p>
          <a:p>
            <a:endParaRPr dirty="0"/>
          </a:p>
          <a:p>
            <a:r>
              <a:rPr dirty="0"/>
              <a:t>It emphasizes human dignity, compassion, empathy, and mutual respect.</a:t>
            </a:r>
          </a:p>
          <a:p>
            <a:endParaRPr dirty="0"/>
          </a:p>
          <a:p>
            <a:r>
              <a:rPr dirty="0"/>
              <a:t>Ubuntu teaches that a person exists through their relationships with others.</a:t>
            </a:r>
          </a:p>
          <a:p>
            <a:endParaRPr dirty="0"/>
          </a:p>
          <a:p>
            <a:r>
              <a:rPr dirty="0"/>
              <a:t>This philosophy encourages peaceful coexistence and collective well-being.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Respect for Elders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Elders are regarded as custodians of wisdom, tradition, and moral values.</a:t>
            </a:r>
          </a:p>
          <a:p>
            <a:endParaRPr dirty="0"/>
          </a:p>
          <a:p>
            <a:r>
              <a:rPr dirty="0"/>
              <a:t>They provide guidance, settle disputes, and make important community decisions.</a:t>
            </a:r>
          </a:p>
          <a:p>
            <a:endParaRPr dirty="0"/>
          </a:p>
          <a:p>
            <a:r>
              <a:rPr dirty="0"/>
              <a:t>Young people are taught to respect elders through greetings, obedience, and service.</a:t>
            </a:r>
          </a:p>
          <a:p>
            <a:endParaRPr dirty="0"/>
          </a:p>
          <a:p>
            <a:r>
              <a:rPr dirty="0"/>
              <a:t>This strengthens generational bonds and preserves cultural continuity.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Oral Tradition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8305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Oral tradition involves passing knowledge through storytelling, songs, proverbs, myths, and riddles.</a:t>
            </a:r>
          </a:p>
          <a:p>
            <a:endParaRPr dirty="0"/>
          </a:p>
          <a:p>
            <a:r>
              <a:rPr dirty="0"/>
              <a:t>Stories teach moral lessons, history, and cultural values.</a:t>
            </a:r>
          </a:p>
          <a:p>
            <a:endParaRPr dirty="0"/>
          </a:p>
          <a:p>
            <a:r>
              <a:rPr dirty="0"/>
              <a:t>Griots and elders play a key role in preserving community memory.</a:t>
            </a:r>
          </a:p>
          <a:p>
            <a:endParaRPr dirty="0"/>
          </a:p>
          <a:p>
            <a:r>
              <a:rPr dirty="0"/>
              <a:t>This system ensures that culture is transmitted from one generation to another.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Rites of Passage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8305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Rites of passage mark important stages in life such as birth, initiation, marriage, and death.</a:t>
            </a:r>
          </a:p>
          <a:p>
            <a:endParaRPr dirty="0"/>
          </a:p>
          <a:p>
            <a:r>
              <a:rPr dirty="0"/>
              <a:t>These ceremonies involve rituals, teachings, and community participation.</a:t>
            </a:r>
          </a:p>
          <a:p>
            <a:endParaRPr dirty="0"/>
          </a:p>
          <a:p>
            <a:r>
              <a:rPr dirty="0"/>
              <a:t>They prepare individuals for new social roles and responsibilities.</a:t>
            </a:r>
          </a:p>
          <a:p>
            <a:endParaRPr dirty="0"/>
          </a:p>
          <a:p>
            <a:r>
              <a:rPr dirty="0"/>
              <a:t>Rites of passage strengthen identity and cultural belonging.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Religion and Spirituality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68516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Africans believe in a supreme being and the presence of spiritual forces.</a:t>
            </a:r>
          </a:p>
          <a:p>
            <a:endParaRPr dirty="0"/>
          </a:p>
          <a:p>
            <a:r>
              <a:rPr dirty="0"/>
              <a:t>Ancestors are honored and believed to guide and protect the living.</a:t>
            </a:r>
          </a:p>
          <a:p>
            <a:endParaRPr dirty="0"/>
          </a:p>
          <a:p>
            <a:r>
              <a:rPr dirty="0"/>
              <a:t>Spiritual practices connect people to nature and the unseen world.</a:t>
            </a:r>
          </a:p>
          <a:p>
            <a:endParaRPr dirty="0"/>
          </a:p>
          <a:p>
            <a:r>
              <a:rPr dirty="0"/>
              <a:t>Religion influences daily life, morals, and social behavior.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Music and 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Music and dance are central to African cultural expression.</a:t>
            </a:r>
          </a:p>
          <a:p>
            <a:endParaRPr dirty="0"/>
          </a:p>
          <a:p>
            <a:r>
              <a:rPr dirty="0"/>
              <a:t>They are used in ceremonies, celebrations, healing rituals, and storytelling.</a:t>
            </a:r>
          </a:p>
          <a:p>
            <a:endParaRPr dirty="0"/>
          </a:p>
          <a:p>
            <a:r>
              <a:rPr dirty="0"/>
              <a:t>Drumming, singing, and dancing convey emotions, history, and spiritual messages.</a:t>
            </a:r>
          </a:p>
          <a:p>
            <a:endParaRPr dirty="0"/>
          </a:p>
          <a:p>
            <a:r>
              <a:rPr dirty="0"/>
              <a:t>Music unites communities and strengthens cultural identity.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Influence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72263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Urbanization, globalization, and technology are transforming African culture.</a:t>
            </a:r>
          </a:p>
          <a:p>
            <a:endParaRPr dirty="0"/>
          </a:p>
          <a:p>
            <a:r>
              <a:rPr dirty="0"/>
              <a:t>Western lifestyles influence dressing, language, and social behavior.</a:t>
            </a:r>
          </a:p>
          <a:p>
            <a:endParaRPr dirty="0"/>
          </a:p>
          <a:p>
            <a:r>
              <a:rPr dirty="0"/>
              <a:t>Despite these changes, many Africans are reviving traditional values and practices.</a:t>
            </a:r>
          </a:p>
          <a:p>
            <a:endParaRPr dirty="0"/>
          </a:p>
          <a:p>
            <a:r>
              <a:rPr dirty="0"/>
              <a:t>Culture continues to adapt while preserving core identity.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/>
          </a:bodyPr>
          <a:lstStyle/>
          <a:p>
            <a:r>
              <a:rPr dirty="0"/>
              <a:t>African culture is rich, diverse, and dynamic.</a:t>
            </a:r>
          </a:p>
          <a:p>
            <a:endParaRPr dirty="0"/>
          </a:p>
          <a:p>
            <a:r>
              <a:rPr dirty="0"/>
              <a:t>It shapes identity, values, and social organization.</a:t>
            </a:r>
          </a:p>
          <a:p>
            <a:endParaRPr dirty="0"/>
          </a:p>
          <a:p>
            <a:r>
              <a:rPr dirty="0"/>
              <a:t>Preserving culture ensures continuity, unity, and sustainable development.</a:t>
            </a:r>
          </a:p>
          <a:p>
            <a:endParaRPr dirty="0"/>
          </a:p>
          <a:p>
            <a:r>
              <a:rPr dirty="0"/>
              <a:t>Understanding African culture promotes respect, pride, and global appreciation.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592</Words>
  <Application>Microsoft Office PowerPoint</Application>
  <PresentationFormat>On-screen Show (4:3)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African Culture Presentation</vt:lpstr>
      <vt:lpstr>Introduction</vt:lpstr>
      <vt:lpstr>Diversity of African Culture</vt:lpstr>
      <vt:lpstr>Communalism</vt:lpstr>
      <vt:lpstr>Ubuntu Philosophy</vt:lpstr>
      <vt:lpstr>Respect for Elders</vt:lpstr>
      <vt:lpstr>Oral Tradition</vt:lpstr>
      <vt:lpstr>Rites of Passage</vt:lpstr>
      <vt:lpstr>Religion and Spirituality</vt:lpstr>
      <vt:lpstr>Music and Dance</vt:lpstr>
      <vt:lpstr>Modern Influence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francis mahinda</cp:lastModifiedBy>
  <cp:revision>2</cp:revision>
  <dcterms:created xsi:type="dcterms:W3CDTF">2013-01-27T09:14:16Z</dcterms:created>
  <dcterms:modified xsi:type="dcterms:W3CDTF">2026-01-27T20:06:32Z</dcterms:modified>
  <cp:category/>
</cp:coreProperties>
</file>