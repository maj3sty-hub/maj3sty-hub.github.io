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71" r:id="rId9"/>
    <p:sldId id="263" r:id="rId10"/>
    <p:sldId id="264" r:id="rId11"/>
    <p:sldId id="265" r:id="rId12"/>
    <p:sldId id="266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5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994F1-57DC-FB9A-CA25-776CC3318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99FEE-C918-823A-9788-1F1D14050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37ADB-11B4-665D-821D-F6DD748D5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E56F8-D235-6F21-3EDB-2B5EFDFF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45076-8772-DFB6-2591-CF615A477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2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A1847-6221-DE3E-8B88-80429862A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760BD-ECCE-78B8-5A72-9A4B9F9FB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8C29-6575-B2D9-D7C3-53C43BD71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2A848-B7DE-ABEA-5197-32F2155DE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2EE1-663D-3341-5B61-D658B1E96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1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31C7-4A45-649B-646A-656A91565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C203D-8B0E-63A9-1C77-BF7DFEB64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59BE-07F2-A69A-E06D-F8F384839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6145C-B981-699C-E3E4-92D2BC115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22267-12EC-BE46-95BC-4B47A4BE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07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1E7B7-8C1C-E01C-3C2E-A1494AD21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F5817-78F6-C388-D0D6-9AB130D2D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993F7-3D34-5122-E274-503EC3DC58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82D06-95C1-1A91-9B30-853D1334F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503D0-A420-C616-827B-48D9C6E5B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29BB8-8528-2F2D-56ED-0341160D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15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1204A-5350-1508-8CC5-5A3F9A25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EC352-904D-A624-6F7D-B1FC011A8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C3C7E-6CE8-2DFD-4E4E-37D7960CE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6CBE8A-F468-EA35-5BAC-5A2011FBA2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711D38-FFD7-ABF7-654A-8FCDEF994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2206AD-315B-3858-8383-C3B1107C4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CE6132-0276-4D96-CC89-9DEDFBEC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2E6E7-4781-F766-5873-F31315F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661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CEE9-B5CF-58CD-7C6E-30FECA98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E0D4A9-76DB-6E90-D848-9EAFFB96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D1A036-7EEE-739F-E080-ECE3878AC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8409E9-3EBB-933A-4583-053CBE8E6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54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ECBB7-0B74-A603-1539-4ECF2D16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D70049-7F8A-B3D5-CD93-2D1E81FE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B1261-68BB-E59B-852F-586EB472D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5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706EA-EA66-DBF9-6C87-D01201EB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48715-121A-7E25-3EAE-0F9988785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99D879-875B-0F26-ADD1-302C1D8EA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CDAC95-EA7E-9F06-C5AA-6D9EA4918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7BAA0-26D8-B9AF-4675-18AAB233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961B9-41EA-4522-EBF1-BBE732BFC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09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EB26-FB6F-4D81-4C3E-43DD89C0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AF472F-0840-ACF2-5621-B5E85CD24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BE4B8-B1B9-AFDC-F715-4C5830005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FC7D62-F5E5-5851-2C49-07CDDA31B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F6456-877D-A2AE-DEEA-57EC6628D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9A774-3CF1-1910-A5A1-84FCB789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32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C4306-4523-CA00-85C5-C070672F7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ABD01-2AB7-5B48-D0B1-23356812B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095DF-FA78-FA28-C9B1-0DEFC7E7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8909B-6734-FFD8-0D30-9A91C5EE3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856F6-370E-5DC1-B654-A6A4779D2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58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6A3A4-2A9C-4DDB-D026-2756A074A8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D2340-8A4B-85E7-D241-245C558AB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9E3D4-0576-2592-25C6-F80515938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AA42C-3A5A-757F-2284-A7900090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88A3B-E7B2-5736-E6A1-75E5EFE9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20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B08C4-333C-062F-D95F-827433E6F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C4C31-BE4C-C815-4F70-6C93A160A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14E38-78B0-6385-DF42-D4E7CEC9E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78F8D-B258-44B2-9D1C-93D6856BF25D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895D6-DBA3-CF5B-BA55-7A7C0260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F8503-03F2-BE12-AEBE-DB5753C34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ADDF04-89A7-4DEE-97B5-FE52986E69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248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1D2D-5C02-B43C-58CB-051D927D12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Smart Digital Student Clearance and Records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A0EBDF-E4E4-956E-BA83-5BDB7B1808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225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F3133-F94D-9B16-EBC3-5349B2C9D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C80E8F8-799C-11EF-06AF-47483360A8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628" y="1688144"/>
            <a:ext cx="10515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clearance is a mandatory process before graduation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institutions still use manual, paper-based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systems are slow, inefficient, and prone to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modern digital solution</a:t>
            </a:r>
          </a:p>
        </p:txBody>
      </p:sp>
    </p:spTree>
    <p:extLst>
      <p:ext uri="{BB962C8B-B14F-4D97-AF65-F5344CB8AC3E}">
        <p14:creationId xmlns:p14="http://schemas.microsoft.com/office/powerpoint/2010/main" val="102189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D7A6E-C3F8-2DEC-EE97-51EFE0D30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42A8-32C6-5B17-08E9-7262B953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728A6-3171-942C-56C5-47CA5D432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Students move physically between offices for signatures</a:t>
            </a:r>
          </a:p>
          <a:p>
            <a:r>
              <a:rPr lang="en-US" dirty="0"/>
              <a:t>Long queues and delays in clearance</a:t>
            </a:r>
          </a:p>
          <a:p>
            <a:r>
              <a:rPr lang="en-US" dirty="0"/>
              <a:t>Loss and damage of documents</a:t>
            </a:r>
          </a:p>
          <a:p>
            <a:r>
              <a:rPr lang="en-US" dirty="0"/>
              <a:t>Lack of transparency in clearance status</a:t>
            </a:r>
          </a:p>
          <a:p>
            <a:r>
              <a:rPr lang="en-US" dirty="0"/>
              <a:t>High operational costs for institutions</a:t>
            </a:r>
          </a:p>
          <a:p>
            <a:r>
              <a:rPr lang="en-US" dirty="0"/>
              <a:t>Risk of corruption and manipulation of records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16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D91FB-1D8A-2882-0ADE-65856C87A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742A6-6736-1DAB-DDFB-494966E97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INNOVATION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4F90A4-C7A0-91C1-5290-60C90E4EB4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7586" y="1690688"/>
            <a:ext cx="1074964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centralized digital clearance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and mobile-accessible platform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all departments involved in clearance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Automates verification and approval processes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real-time clearance tracking</a:t>
            </a:r>
          </a:p>
        </p:txBody>
      </p:sp>
    </p:spTree>
    <p:extLst>
      <p:ext uri="{BB962C8B-B14F-4D97-AF65-F5344CB8AC3E}">
        <p14:creationId xmlns:p14="http://schemas.microsoft.com/office/powerpoint/2010/main" val="3314372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A837F-B3E3-A181-B37E-39F1C0AE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11B4F-8C77-0A7B-BAC5-37766869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THE SYSTEM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42E62C-D3DE-448E-46C5-7723D07C96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0485" y="1789402"/>
            <a:ext cx="9900557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logs into the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Initiates clearance request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retrieves academic and financial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Departments verify and approve digitally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receives notifications for pending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clearance certificate generated</a:t>
            </a:r>
          </a:p>
        </p:txBody>
      </p:sp>
    </p:spTree>
    <p:extLst>
      <p:ext uri="{BB962C8B-B14F-4D97-AF65-F5344CB8AC3E}">
        <p14:creationId xmlns:p14="http://schemas.microsoft.com/office/powerpoint/2010/main" val="2639546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6F6A9-F3AB-22EB-0053-95F3F2A69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C09E-D3E5-0C46-E7FB-1004A2B95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8DAD0E-2F7F-D7FE-0AC0-C4994B259E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257" y="1367523"/>
            <a:ext cx="1035775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 control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Encrypted student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Audit trails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notifications (SMS/Email)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records 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reporting and analytics</a:t>
            </a:r>
          </a:p>
        </p:txBody>
      </p:sp>
    </p:spTree>
    <p:extLst>
      <p:ext uri="{BB962C8B-B14F-4D97-AF65-F5344CB8AC3E}">
        <p14:creationId xmlns:p14="http://schemas.microsoft.com/office/powerpoint/2010/main" val="2926647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8FC0B-9FCE-677D-D6E1-D3B5E7642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6E59-C9F9-CD9A-A6DD-953E1EB3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D49D3-FA66-5145-1CBD-E4EA3878C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Web application framework</a:t>
            </a:r>
          </a:p>
          <a:p>
            <a:r>
              <a:rPr lang="en-US" dirty="0"/>
              <a:t>Centralized database system</a:t>
            </a:r>
          </a:p>
          <a:p>
            <a:r>
              <a:rPr lang="en-US" dirty="0"/>
              <a:t>Cloud storage</a:t>
            </a:r>
          </a:p>
          <a:p>
            <a:r>
              <a:rPr lang="en-US" dirty="0"/>
              <a:t>Secure authentication protocols</a:t>
            </a:r>
          </a:p>
          <a:p>
            <a:r>
              <a:rPr lang="en-US" dirty="0"/>
              <a:t>System integration APIs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03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7D5FF-B615-06D5-A4D8-CF1D6A42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A3FC1-0421-2E31-F2F5-734266A3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TO STUDENTS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A6B8CFB-ECF0-A1F5-EE8D-C221710070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9714" y="1657817"/>
            <a:ext cx="10374086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Faster clearance process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access from anywhere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Transparent clearance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stress and travel costs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Instant digital clearance certificate</a:t>
            </a:r>
          </a:p>
        </p:txBody>
      </p:sp>
    </p:spTree>
    <p:extLst>
      <p:ext uri="{BB962C8B-B14F-4D97-AF65-F5344CB8AC3E}">
        <p14:creationId xmlns:p14="http://schemas.microsoft.com/office/powerpoint/2010/main" val="3473045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06D48-8D73-70BA-7B1C-16AA570D1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0876-6E89-153F-9922-FE1A794EE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TO INSTITUTIONS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397EC83-8F01-4057-101A-38D7B1D503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4542" y="1397675"/>
            <a:ext cx="937804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paperwork and storage costs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data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accountability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service delivery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decision-making through reports</a:t>
            </a:r>
          </a:p>
        </p:txBody>
      </p:sp>
    </p:spTree>
    <p:extLst>
      <p:ext uri="{BB962C8B-B14F-4D97-AF65-F5344CB8AC3E}">
        <p14:creationId xmlns:p14="http://schemas.microsoft.com/office/powerpoint/2010/main" val="2976029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C6B8-B59D-DCD7-A3D5-AE9098D5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21499-3319-4C44-01E6-DFC3413A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CONTEXT RELEVANCE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BDAE39-55F9-4857-E803-8F75D767BF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501" y="1484109"/>
            <a:ext cx="970461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Growing student populations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Outdated administrative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digital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e-government and smart education initiatives</a:t>
            </a:r>
          </a:p>
        </p:txBody>
      </p:sp>
    </p:spTree>
    <p:extLst>
      <p:ext uri="{BB962C8B-B14F-4D97-AF65-F5344CB8AC3E}">
        <p14:creationId xmlns:p14="http://schemas.microsoft.com/office/powerpoint/2010/main" val="660486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C7B1B-B3E0-27A0-34A9-E846A5C0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13F81-BA50-AB2D-839D-9D996CCB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SCALABILITY AND EXTENSIONS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C0DB7F-3D4C-A7D7-574D-6CB77DD165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7827" y="1459856"/>
            <a:ext cx="102924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Transcript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Certificate issuance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Alumni records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 verification portal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 credentialing</a:t>
            </a:r>
          </a:p>
        </p:txBody>
      </p:sp>
    </p:spTree>
    <p:extLst>
      <p:ext uri="{BB962C8B-B14F-4D97-AF65-F5344CB8AC3E}">
        <p14:creationId xmlns:p14="http://schemas.microsoft.com/office/powerpoint/2010/main" val="1752177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4AFFB-BA31-9478-0633-B76854D7D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F58BD-7A43-77EF-59BB-0D0079347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MEASURES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93EB8A-153E-52F1-CF4E-A181033D50B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4541" y="1720840"/>
            <a:ext cx="994954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encryption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Role-based access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Regular backups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audit trails</a:t>
            </a:r>
          </a:p>
        </p:txBody>
      </p:sp>
    </p:spTree>
    <p:extLst>
      <p:ext uri="{BB962C8B-B14F-4D97-AF65-F5344CB8AC3E}">
        <p14:creationId xmlns:p14="http://schemas.microsoft.com/office/powerpoint/2010/main" val="1560190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DD2A4-1EE7-EF30-78ED-1828E79DE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71FA1-473A-0AC5-F0D2-398364137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SOLUTIONS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6E70B0-D45A-5276-71D2-A1DCDCCDF3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06023"/>
            <a:ext cx="972094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Resistance to change → Training and sensitization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Technical skills gap → User training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Infrastructure issues → Cloud 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migration → Phased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71676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BF2E-6679-82AD-858D-28FA6B38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E7B38-EED6-B7F0-2E28-90CA2C4FD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5F78BA-F1C3-83B9-3B8F-A45B90C889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9857" y="1506023"/>
            <a:ext cx="90188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Solves real clearance challenges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efficiency and transparency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student experience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institutional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3988735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66F24-FB80-181B-4394-849938D3C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AD443-7C85-44C8-09FB-44CBD295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DEB66-C508-FC41-8D34-38B41A12C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THANK YOU</a:t>
            </a:r>
          </a:p>
        </p:txBody>
      </p:sp>
    </p:spTree>
    <p:extLst>
      <p:ext uri="{BB962C8B-B14F-4D97-AF65-F5344CB8AC3E}">
        <p14:creationId xmlns:p14="http://schemas.microsoft.com/office/powerpoint/2010/main" val="185741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321</Words>
  <Application>Microsoft Office PowerPoint</Application>
  <PresentationFormat>Widescreen</PresentationFormat>
  <Paragraphs>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Smart Digital Student Clearance and Records Management System</vt:lpstr>
      <vt:lpstr>INTRODUCTION</vt:lpstr>
      <vt:lpstr>PROBLEM STATEMENT </vt:lpstr>
      <vt:lpstr>THE INNOVATION</vt:lpstr>
      <vt:lpstr>HOW THE SYSTEM WORKS</vt:lpstr>
      <vt:lpstr>KEY FEATURES</vt:lpstr>
      <vt:lpstr>TECHNOLOGIES USED</vt:lpstr>
      <vt:lpstr>BENEFITS TO STUDENTS</vt:lpstr>
      <vt:lpstr>BENEFITS TO INSTITUTIONS</vt:lpstr>
      <vt:lpstr>AFRICAN CONTEXT RELEVANCE</vt:lpstr>
      <vt:lpstr>SCALABILITY AND EXTENSIONS</vt:lpstr>
      <vt:lpstr>SECURITY MEASURES</vt:lpstr>
      <vt:lpstr>CHALLENGES AND SOLUTIONS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 mahinda</dc:creator>
  <cp:lastModifiedBy>francis mahinda</cp:lastModifiedBy>
  <cp:revision>2</cp:revision>
  <dcterms:created xsi:type="dcterms:W3CDTF">2026-01-27T10:07:38Z</dcterms:created>
  <dcterms:modified xsi:type="dcterms:W3CDTF">2026-01-27T12:04:31Z</dcterms:modified>
</cp:coreProperties>
</file>